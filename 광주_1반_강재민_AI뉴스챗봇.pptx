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3C1FB-CB75-4A73-9D5F-D92BF95C5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D80C09-3D78-485D-A04D-494CE48FA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3A15E-9499-4775-8DEA-D8876AF6C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E5B549-6B14-408E-A84E-243ABD23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A9498-04B5-422D-8B7C-520A04FA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57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3976A-3A1F-401A-BB88-8E89A7A4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AF2BE-3C5C-4472-BC86-76B7A6B9B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ABC5DD-8E8F-42CF-A5E6-E3656CF9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381236-1926-4549-BEF0-B112390A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9AC390-FC2A-4502-B044-F39430E7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740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912B4-E90C-4B81-8FB4-06E9CFD9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0E438E-EAB1-429E-B28B-63587F1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36E50D-4196-4466-9DA5-415BCF7E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79975-9F04-44A9-8787-1508FE4B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1EEAD-1F77-41E0-A5B4-5ECF864E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2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B6A96-D2C2-4EB4-8330-6742BA74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81F80-0CA1-4D14-8504-3F5F33981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DFF893-FAEF-4199-8E96-B4EA0B403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9B81D9-9F4F-4374-8169-7944A3BA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D013F3-CAD1-4F52-AFD7-2ED2A287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63AF14-8DF4-4019-9081-F4739E96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1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ECDD1-A036-4F1A-8D2C-7204805B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C2E89-2B60-465E-8396-0C8880D78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DA98F8-9DD6-4B15-9E1C-63A944FA7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F3F645-803E-40F6-B3BE-AC5382E05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6E1058-30D5-4B17-920B-78E048EF6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FD8ED4-D9D4-42FB-B306-EFCC5EC4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8F3079-FD50-4235-9B67-15B17DB7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A5A89A-7AF3-4FD7-ACCB-9D72DDE9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3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E294F-24DD-45E3-A84A-105C12FD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779B7B-6AA8-44F0-9012-F4C98703B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C83B1A-0C9E-4096-8149-775BDEC3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4CDCCE-CFA3-44D0-93DD-D1799C2D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7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E2B2FA-EE67-4A83-BCF4-6594FA5D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60B13C-0679-4807-8FD1-2631F7EC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9FA302-1EC3-4954-AE35-32A55A16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12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18E06-0B36-41F5-9382-0902BEFA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0DDFEB-E8B4-472B-BE01-720555F8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BE4057-1565-4C37-B6F1-505FEC65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2022FB-950F-4D34-B1C9-F672A7031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7727F8-7603-497F-820F-7359082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EE2FFB-1AC4-4AEC-AF08-8E55B9F6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1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71719-7544-4CF9-BA29-5BB30EDF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74A711-6B77-4D02-966F-016CEA9F5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64081-184F-46DD-8B9F-8395F8866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1FE759-56DC-46A9-84E5-48537456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EC887B-6443-4BDB-97E7-F67E585A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EB05AD-077F-47AA-B856-FDBADF00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3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23606-E00A-49FD-8F97-90A70E04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FC95BD-678F-42B1-8DA2-87393FC1E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D55D9-9B83-40E0-AD2A-FF2A9ADF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33717-3B07-45EB-B4FE-860FBE6A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AF2261-1F2E-4BD8-B5B8-3DC023C0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7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FF18B0-CFA7-41BB-BEBF-CA2787D04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77C289-A24D-49A6-BCA4-3B0258A3D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D599A-4D72-4B9F-8851-75773CFD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7CD5D-5947-4858-A6DF-7FA5B78B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0529D-F6A7-4FF5-B353-4ABE40DD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36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735E44-E576-45C9-8B9D-59775DA9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173C72-D974-42BB-8989-59AEF3705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A2B0CE-5B10-4C88-AB13-F2DD3C15B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66FBC-EE99-42E3-A6E8-4DE467C2ADF6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777D40-B511-4A18-8DD7-7D46F32E7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D6CD2B-B7DE-47CA-9E35-0C5F24DAB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302A-904A-4C90-B68F-C64AC05E9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69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CEAA3F86-D3BE-4939-B4EC-CDD704E69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0415"/>
            <a:ext cx="9144000" cy="1655762"/>
          </a:xfrm>
        </p:spPr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바이브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코딩 실습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_1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강재민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4F8FF7-8BDC-4346-89D2-77751A605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9017">
            <a:off x="404949" y="1354591"/>
            <a:ext cx="3523315" cy="192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330EC6-5627-4505-88BE-F253EC3BF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뉴스 큐레이션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챗봇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33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BFC03-E527-4C15-B5B8-EC6119D7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A2B3B-C7B0-4E1A-9EB6-0664FEE85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2" y="1817688"/>
            <a:ext cx="8403771" cy="42808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40000"/>
              </a:schemeClr>
            </a:outerShdw>
          </a:effectLst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0159DE1-1511-44F9-A5D3-2E205E8CA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40224"/>
          <a:stretch/>
        </p:blipFill>
        <p:spPr>
          <a:xfrm>
            <a:off x="5450114" y="2656631"/>
            <a:ext cx="6285774" cy="26029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40000"/>
              </a:schemeClr>
            </a:outerShdw>
          </a:effec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815807B-2543-48EF-A6A4-599A9315A75E}"/>
              </a:ext>
            </a:extLst>
          </p:cNvPr>
          <p:cNvSpPr/>
          <p:nvPr/>
        </p:nvSpPr>
        <p:spPr>
          <a:xfrm>
            <a:off x="3664132" y="1598399"/>
            <a:ext cx="4071257" cy="700663"/>
          </a:xfrm>
          <a:prstGeom prst="roundRect">
            <a:avLst>
              <a:gd name="adj" fmla="val 9092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검색 </a:t>
            </a:r>
            <a:r>
              <a:rPr lang="en-US" altLang="ko-KR" sz="1100" dirty="0">
                <a:solidFill>
                  <a:schemeClr val="tx1"/>
                </a:solidFill>
              </a:rPr>
              <a:t>keyword </a:t>
            </a:r>
            <a:r>
              <a:rPr lang="ko-KR" altLang="en-US" sz="1100" dirty="0">
                <a:solidFill>
                  <a:schemeClr val="tx1"/>
                </a:solidFill>
              </a:rPr>
              <a:t>기반하여 </a:t>
            </a:r>
            <a:r>
              <a:rPr lang="en-US" altLang="ko-KR" sz="1100" b="1" dirty="0">
                <a:solidFill>
                  <a:schemeClr val="tx1"/>
                </a:solidFill>
              </a:rPr>
              <a:t>1) </a:t>
            </a:r>
            <a:r>
              <a:rPr lang="ko-KR" altLang="en-US" sz="1100" b="1" dirty="0">
                <a:solidFill>
                  <a:schemeClr val="tx1"/>
                </a:solidFill>
              </a:rPr>
              <a:t>직접 언급</a:t>
            </a:r>
            <a:r>
              <a:rPr lang="ko-KR" altLang="en-US" sz="1100" dirty="0">
                <a:solidFill>
                  <a:schemeClr val="tx1"/>
                </a:solidFill>
              </a:rPr>
              <a:t>되거나 </a:t>
            </a:r>
            <a:r>
              <a:rPr lang="en-US" altLang="ko-KR" sz="1100" b="1" dirty="0">
                <a:solidFill>
                  <a:schemeClr val="tx1"/>
                </a:solidFill>
              </a:rPr>
              <a:t>2) </a:t>
            </a:r>
            <a:r>
              <a:rPr lang="ko-KR" altLang="en-US" sz="1100" b="1" dirty="0">
                <a:solidFill>
                  <a:schemeClr val="tx1"/>
                </a:solidFill>
              </a:rPr>
              <a:t>관련된 내용을 </a:t>
            </a:r>
            <a:r>
              <a:rPr lang="ko-KR" altLang="en-US" sz="1100" dirty="0">
                <a:solidFill>
                  <a:schemeClr val="tx1"/>
                </a:solidFill>
              </a:rPr>
              <a:t>검색하고 시간에 따른 </a:t>
            </a:r>
            <a:r>
              <a:rPr lang="en-US" altLang="ko-KR" sz="1100" b="1" dirty="0">
                <a:solidFill>
                  <a:schemeClr val="tx1"/>
                </a:solidFill>
              </a:rPr>
              <a:t>3) </a:t>
            </a:r>
            <a:r>
              <a:rPr lang="ko-KR" altLang="en-US" sz="1100" b="1" dirty="0">
                <a:solidFill>
                  <a:schemeClr val="tx1"/>
                </a:solidFill>
              </a:rPr>
              <a:t>동향</a:t>
            </a:r>
            <a:r>
              <a:rPr lang="ko-KR" altLang="en-US" sz="1100" dirty="0">
                <a:solidFill>
                  <a:schemeClr val="tx1"/>
                </a:solidFill>
              </a:rPr>
              <a:t>을 리스트 형태로 제공합니다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85C49D9-4BEA-4BF8-A810-2DDC05948C15}"/>
              </a:ext>
            </a:extLst>
          </p:cNvPr>
          <p:cNvSpPr/>
          <p:nvPr/>
        </p:nvSpPr>
        <p:spPr>
          <a:xfrm>
            <a:off x="9126583" y="4049486"/>
            <a:ext cx="2283822" cy="685799"/>
          </a:xfrm>
          <a:prstGeom prst="roundRect">
            <a:avLst>
              <a:gd name="adj" fmla="val 9092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기사 내용을 </a:t>
            </a:r>
            <a:r>
              <a:rPr lang="en-US" altLang="ko-KR" sz="1100" b="1" dirty="0">
                <a:solidFill>
                  <a:schemeClr val="tx1"/>
                </a:solidFill>
              </a:rPr>
              <a:t>AI</a:t>
            </a:r>
            <a:r>
              <a:rPr lang="ko-KR" altLang="en-US" sz="1100" b="1" dirty="0">
                <a:solidFill>
                  <a:schemeClr val="tx1"/>
                </a:solidFill>
              </a:rPr>
              <a:t>가 직접 요약</a:t>
            </a:r>
            <a:r>
              <a:rPr lang="ko-KR" altLang="en-US" sz="1100" dirty="0">
                <a:solidFill>
                  <a:schemeClr val="tx1"/>
                </a:solidFill>
              </a:rPr>
              <a:t>하여 사용자에게 제공합니다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08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1B2F5-54A9-496F-870C-59E3ADF4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</a:t>
            </a:r>
            <a:r>
              <a:rPr lang="en-US" altLang="ko-KR" dirty="0"/>
              <a:t> – main.py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16B5759-97A3-451A-BE33-F7CF1D4A1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476" y="1856462"/>
            <a:ext cx="5829044" cy="45709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CAB0EDED-C86D-4F0B-BB79-DACD867C1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16" y="3599775"/>
            <a:ext cx="1215934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입력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user_input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의도 파악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should_search_news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 뉴스 검색 요청인 경우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키워드 추출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extract_news_keyword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뉴스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크롤링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crawler.search_news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결과 시각화 (테이블 출력)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심층 분석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(요약, 이슈, 전망 생성 후 출력)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2: 일반 대화인 경우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질문 전달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일반 텍스트 응답 출력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세션 저장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대화 내용을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conversation_history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저장하여 사이드바에 기록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CD2A162-9242-4F18-86DF-B735F90AC7CE}"/>
              </a:ext>
            </a:extLst>
          </p:cNvPr>
          <p:cNvSpPr/>
          <p:nvPr/>
        </p:nvSpPr>
        <p:spPr>
          <a:xfrm>
            <a:off x="6907927" y="2220596"/>
            <a:ext cx="4945826" cy="11495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0AD5201-6EC3-4840-920A-173DE2BCA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9017">
            <a:off x="6071962" y="1709500"/>
            <a:ext cx="1828034" cy="99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6A1418-1099-418A-8F8A-8F2AA134EE01}"/>
              </a:ext>
            </a:extLst>
          </p:cNvPr>
          <p:cNvSpPr txBox="1"/>
          <p:nvPr/>
        </p:nvSpPr>
        <p:spPr>
          <a:xfrm>
            <a:off x="7151914" y="2356779"/>
            <a:ext cx="442261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프로세스 흐름도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실시간 뉴스 검색과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기반 심층 분석 기능을 통합한 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기반의 대화형 </a:t>
            </a:r>
            <a:r>
              <a:rPr kumimoji="0" lang="ko-KR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챗봇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애플리케이션입니다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786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50519-0E91-47C8-8E7F-0F42FC30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 </a:t>
            </a:r>
            <a:r>
              <a:rPr lang="en-US" altLang="ko-KR" dirty="0"/>
              <a:t>chatbot.py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AC3200-2BE0-49FC-9C26-DF062B73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76" y="1868443"/>
            <a:ext cx="5832338" cy="45589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0AE86CE-C9DE-4968-BAB7-736A90136C64}"/>
              </a:ext>
            </a:extLst>
          </p:cNvPr>
          <p:cNvSpPr/>
          <p:nvPr/>
        </p:nvSpPr>
        <p:spPr>
          <a:xfrm>
            <a:off x="6907927" y="2220596"/>
            <a:ext cx="4945826" cy="11495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2C9F219-05EB-41B3-9E32-099EB8CD3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9017">
            <a:off x="6071962" y="1709500"/>
            <a:ext cx="1828034" cy="99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E4B7B6-DDE0-4CF8-B16D-BDE2407F2B0D}"/>
              </a:ext>
            </a:extLst>
          </p:cNvPr>
          <p:cNvSpPr txBox="1"/>
          <p:nvPr/>
        </p:nvSpPr>
        <p:spPr>
          <a:xfrm>
            <a:off x="7151914" y="2446163"/>
            <a:ext cx="4486750" cy="698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사용자의 숨은 의도를 파악하고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최적의 검색어를 스스로 찾아내는 </a:t>
            </a:r>
            <a:r>
              <a:rPr kumimoji="0" lang="ko-KR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챗봇의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두뇌 역할을 하는 모듈입니다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6AB91DC4-93BD-42D2-9F48-A6CBB8938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874" y="4006959"/>
            <a:ext cx="502187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모듈명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역할: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사용자 의도 파악, 자연어 처리, 뉴스 분석 수행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기술 스택: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(SSAFY GMS Proxy),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특징: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SSAFY GMS 연동: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보안 및 과금 관리를 위한 전용 프록시 서버 경유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프롬프트 엔지니어링: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뉴스 검색 의도 분류 및 키워드 추출을 위한 최적화된 프롬프트 적용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1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0D412-A74F-4B52-B3D7-F5A69D3E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 </a:t>
            </a:r>
            <a:r>
              <a:rPr lang="en-US" altLang="ko-KR" dirty="0"/>
              <a:t>– news_crawler.py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406FF9-9BD8-4104-AE9E-E0E69EB6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75" y="2076042"/>
            <a:ext cx="5559611" cy="43513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2A1DA00-22E7-4DF8-8E88-5CB4952AF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576" y="4030662"/>
            <a:ext cx="497694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모듈명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Crawler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역할: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News RSS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피드를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통해 실시간 뉴스 데이터 수집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기술 스택: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feedparser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(RSS 파싱 라이브러리)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특징: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경량화: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복잡한 HTML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크롤링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없이 RSS XML 데이터를 직접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파싱하여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속도가 빠름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실시간성: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News의 최신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피드를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즉각적으로 반영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다국어 지원: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 파라미터(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조정을 통해 한국어/영어 등 언어 설정 가능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760D494-7CEE-4A43-B78E-201F8021E620}"/>
              </a:ext>
            </a:extLst>
          </p:cNvPr>
          <p:cNvSpPr/>
          <p:nvPr/>
        </p:nvSpPr>
        <p:spPr>
          <a:xfrm>
            <a:off x="6888332" y="2585486"/>
            <a:ext cx="4945826" cy="11495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2ED618F-3CF5-4DBA-90DF-440A58545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9017">
            <a:off x="6052367" y="2074390"/>
            <a:ext cx="1828034" cy="99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1B2CF-EB15-48B3-A7EF-9F089996DED1}"/>
              </a:ext>
            </a:extLst>
          </p:cNvPr>
          <p:cNvSpPr txBox="1"/>
          <p:nvPr/>
        </p:nvSpPr>
        <p:spPr>
          <a:xfrm>
            <a:off x="7132319" y="2835246"/>
            <a:ext cx="4422610" cy="698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복잡한 설정 없이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News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 방대한 데이터를 실시간으로 가져오는 경량 뉴스 수집기입니다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120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9C76E-9FEA-4380-A08B-592A75B8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느낀점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B63116-2A69-4234-A6B0-B5E3BB942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무에서 유를 창조하는 것이 정말 쉽다고 느낌</a:t>
            </a:r>
            <a:endParaRPr lang="en-US" altLang="ko-KR" dirty="0"/>
          </a:p>
          <a:p>
            <a:r>
              <a:rPr lang="ko-KR" altLang="en-US" dirty="0"/>
              <a:t>말로만 코딩을 할 수 있다는 것이 재밌음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이전에도 느꼈듯이 코드에 대한 이해는 늘지 않음</a:t>
            </a:r>
            <a:endParaRPr lang="en-US" altLang="ko-KR" dirty="0"/>
          </a:p>
          <a:p>
            <a:r>
              <a:rPr lang="ko-KR" altLang="en-US" dirty="0"/>
              <a:t>그리고 반복되는 피드백에도 수정되지 않는 부분이 존재함</a:t>
            </a:r>
            <a:endParaRPr lang="en-US" altLang="ko-KR" dirty="0"/>
          </a:p>
          <a:p>
            <a:r>
              <a:rPr lang="ko-KR" altLang="en-US" dirty="0"/>
              <a:t>개발과 코드에 대한 이해 없이는 효과적으로 사용하지 못하고 토큰을 소진하게 되는 것 같음</a:t>
            </a:r>
          </a:p>
        </p:txBody>
      </p:sp>
    </p:spTree>
    <p:extLst>
      <p:ext uri="{BB962C8B-B14F-4D97-AF65-F5344CB8AC3E}">
        <p14:creationId xmlns:p14="http://schemas.microsoft.com/office/powerpoint/2010/main" val="270672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369</Words>
  <Application>Microsoft Office PowerPoint</Application>
  <PresentationFormat>와이드스크린</PresentationFormat>
  <Paragraphs>45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 Unicode MS</vt:lpstr>
      <vt:lpstr>맑은 고딕</vt:lpstr>
      <vt:lpstr>Arial</vt:lpstr>
      <vt:lpstr>Office 테마</vt:lpstr>
      <vt:lpstr>AI 뉴스 큐레이션 챗봇</vt:lpstr>
      <vt:lpstr>결과물</vt:lpstr>
      <vt:lpstr>코드 – main.py</vt:lpstr>
      <vt:lpstr>코드 chatbot.py</vt:lpstr>
      <vt:lpstr>코드 – news_crawler.py</vt:lpstr>
      <vt:lpstr>느낀점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뉴스 큐레이션 챗봇</dc:title>
  <dc:creator>재민 강</dc:creator>
  <cp:lastModifiedBy>재민 강</cp:lastModifiedBy>
  <cp:revision>5</cp:revision>
  <dcterms:created xsi:type="dcterms:W3CDTF">2026-01-16T07:43:23Z</dcterms:created>
  <dcterms:modified xsi:type="dcterms:W3CDTF">2026-01-16T08:12:42Z</dcterms:modified>
</cp:coreProperties>
</file>